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branches diverged—now you want them together. Merge joins histories with a merge commit that has two parents. Rebase replays your branch commits on top of the other tip so the story looks linear. Neither is always wrong; the choice depends on whether the branch is shared and what your team expects in the 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your own feature branch onto updated main when you want a clean, reviewable line before a pull request—and nobody else has built on your commits. Merge when integrating into a shared branch, when policy wants explicit merge commits, or when others may already have your branch checked out. Never rebase commits others are using.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scenario description, and the rebase versus merge choice buttons with the resulting history sketch. Load the starter example, read each team situation, and pick the safer integration style.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build a small fork: commit on main, branch for a feature commit, then add another commit on main so the lines diverge. Check out the feature branch and rebase onto main so your work replays after the latest main tip. Show a graph log—you should see a straight line instead of a merge bubble. That is the rhythm many teams use before opening a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rebase main or any branch teammates share without agreement. After you rebase a branch you already pushed, you may need force-with-lease—not a casual force push. Merge is fine when you want to preserve the exact integration moment. And remember: the browser lab is for literacy—follow your course or team policy on real repos.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justify a few rebase versus merge picks. On real Git, rebase a feature branch onto main and read the graph. When you are ready, take the short quiz, then continue to the next module on cherry-pick.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Rebase vs merge</a:t>
            </a:r>
          </a:p>
          <a:p>
            <a:pPr algn="ctr">
              <a:lnSpc>
                <a:spcPts val="2200"/>
              </a:lnSpc>
              <a:spcBef>
                <a:spcPts val="1400"/>
              </a:spcBef>
            </a:pPr>
            <a:r>
              <a:rPr sz="2600" b="0">
                <a:solidFill>
                  <a:srgbClr val="333333"/>
                </a:solidFill>
                <a:latin typeface="Calibri"/>
              </a:rPr>
              <a:t>Two branches diverged, now you want them together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pick which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Nobody else has built on your commits</a:t>
            </a:r>
          </a:p>
          <a:p>
            <a:pPr lvl="0" marL="457200" indent="-228600">
              <a:buFont typeface="Calibri"/>
              <a:spcAft>
                <a:spcPts val="1000"/>
              </a:spcAft>
              <a:buSzPct val="100000"/>
              <a:buChar char="•"/>
              <a:lnSpc>
                <a:spcPts val="2200"/>
              </a:lnSpc>
            </a:pPr>
            <a:r>
              <a:rPr sz="2000" b="0">
                <a:solidFill>
                  <a:srgbClr val="333333"/>
                </a:solidFill>
                <a:latin typeface="Calibri"/>
              </a:rPr>
              <a:t>Merge when integrating into a shared branch</a:t>
            </a:r>
          </a:p>
          <a:p>
            <a:pPr lvl="0" marL="457200" indent="-228600">
              <a:buFont typeface="Calibri"/>
              <a:spcAft>
                <a:spcPts val="1000"/>
              </a:spcAft>
              <a:buSzPct val="100000"/>
              <a:buChar char="•"/>
              <a:lnSpc>
                <a:spcPts val="2200"/>
              </a:lnSpc>
            </a:pPr>
            <a:r>
              <a:rPr sz="2000" b="0">
                <a:solidFill>
                  <a:srgbClr val="333333"/>
                </a:solidFill>
                <a:latin typeface="Calibri"/>
              </a:rPr>
              <a:t>Never rebase commits others are using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Rebase vs merge chooser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534856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rebase feature onto main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base commit on main</a:t>
            </a:r>
          </a:p>
          <a:p>
            <a:pPr>
              <a:lnSpc>
                <a:spcPts val="2200"/>
              </a:lnSpc>
              <a:spcAft>
                <a:spcPts val="600"/>
              </a:spcAft>
            </a:pPr>
            <a:r>
              <a:rPr sz="2000" b="0">
                <a:solidFill>
                  <a:srgbClr val="333333"/>
                </a:solidFill>
                <a:latin typeface="Consolas"/>
              </a:rPr>
              <a:t>echo "base"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"Base"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-b feature/update — start feature work</a:t>
            </a:r>
          </a:p>
          <a:p>
            <a:pPr>
              <a:lnSpc>
                <a:spcPts val="2200"/>
              </a:lnSpc>
              <a:spcAft>
                <a:spcPts val="600"/>
              </a:spcAft>
            </a:pPr>
            <a:r>
              <a:rPr sz="2000" b="0">
                <a:solidFill>
                  <a:srgbClr val="333333"/>
                </a:solidFill>
                <a:latin typeface="Consolas"/>
              </a:rPr>
              <a:t>git checkout -b feature/update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echo "feature only" &gt; feature.txt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feature.txt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"Feature work"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main — main moves forward separately</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rebase main or any branch teammates share without agreement</a:t>
            </a:r>
          </a:p>
          <a:p>
            <a:pPr lvl="0" marL="457200" indent="-228600">
              <a:buFont typeface="Calibri"/>
              <a:spcAft>
                <a:spcPts val="1000"/>
              </a:spcAft>
              <a:buSzPct val="100000"/>
              <a:buChar char="•"/>
              <a:lnSpc>
                <a:spcPts val="2200"/>
              </a:lnSpc>
            </a:pPr>
            <a:r>
              <a:rPr sz="2000" b="0">
                <a:solidFill>
                  <a:srgbClr val="333333"/>
                </a:solidFill>
                <a:latin typeface="Calibri"/>
              </a:rPr>
              <a:t>After you rebase a branch you already pushed</a:t>
            </a:r>
          </a:p>
          <a:p>
            <a:pPr lvl="0" marL="457200" indent="-228600">
              <a:buFont typeface="Calibri"/>
              <a:spcAft>
                <a:spcPts val="1000"/>
              </a:spcAft>
              <a:buSzPct val="100000"/>
              <a:buChar char="•"/>
              <a:lnSpc>
                <a:spcPts val="2200"/>
              </a:lnSpc>
            </a:pPr>
            <a:r>
              <a:rPr sz="2000" b="0">
                <a:solidFill>
                  <a:srgbClr val="333333"/>
                </a:solidFill>
                <a:latin typeface="Calibri"/>
              </a:rPr>
              <a:t>Merge is fine when you want to preserve the exact integration moment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justify a few rebase versus merge picks</a:t>
            </a:r>
          </a:p>
          <a:p>
            <a:pPr lvl="0" marL="457200" indent="-228600">
              <a:buFont typeface="Calibri"/>
              <a:spcAft>
                <a:spcPts val="1000"/>
              </a:spcAft>
              <a:buSzPct val="100000"/>
              <a:buChar char="•"/>
              <a:lnSpc>
                <a:spcPts val="2200"/>
              </a:lnSpc>
            </a:pPr>
            <a:r>
              <a:rPr sz="2000" b="0">
                <a:solidFill>
                  <a:srgbClr val="333333"/>
                </a:solidFill>
                <a:latin typeface="Calibri"/>
              </a:rPr>
              <a:t>On real Git, rebase a feature branch onto main and read the graph</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next module on cherry-pick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rebase merge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