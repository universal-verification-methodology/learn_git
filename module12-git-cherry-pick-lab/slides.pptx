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Sometimes you want one commit from another branch—not the whole merge. Cherry-pick copies that commit’s changes onto your current branch as a new commit with a new hash. Use it for a single bugfix on main, a backport to a release branch, or any selective apply.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the source branch, use log to find the short hash you need. Check out the target branch, then cherry-pick that hash. Git replays the diff; if it applies cleanly, you get a fresh commit. If not, resolve conflicts, stage, and cherry-pick continue—or abort to undo the attempt.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look at three pieces: the challenge card, the branch and commit list, and the cherry-pick, continue, and abort buttons. Load the starter example, select a commit, and try a clean pick versus a conflict case. Use Check when you think a challenge is done. You do not need a full tour here—the lab itself guides the rest. Explore a few challenges, then come back for the real Git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real Git track, create main with a base commit, then make a feature branch with one extra commit you want elsewhere. Log the feature branch to copy the hash, switch to main, and cherry-pick that commit. Show log again—you should see the same change idea on main as a new commit, while the original stays on the feature branch.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Cherry-pick creates a duplicate commit—fine for a fix, confusing if you later merge the whole branch. Avoid picking merge commits unless you know parent selection. If conflicts appear, finish with continue or abort—do not leave a half-finished pick. And remember: the browser lab is for literacy—real backports still need the same careful hash choice in a real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In the browser, load the starter and complete a clean pick and a conflict recovery. On real Git, cherry-pick one commit from a feature branch onto main. When you are ready, take the short quiz, then continue to the next module on reflog recovery.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Cherry-pick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Sometimes you want one commit from another branch, not the whole merge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learn_git — git cherry pick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Find the commit, then pick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the source branch, use log to find the short hash you need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Check out the target branch, then cherry-pick that hash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Git replays the diff; if it applies cleanly, you get a fresh commit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If not, resolve conflicts, stage, and cherry-pick continue, or abort to undo the attempt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learn_git — git cherry pick 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5024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Cherry-pick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learn_git — git cherry pick lab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Real Git practice</a:t>
            </a:r>
          </a:p>
        </p:txBody>
      </p:sp>
      <p:pic>
        <p:nvPicPr>
          <p:cNvPr id="3" name="Picture 2" descr="real-sh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5476460" cy="4571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Real shell — log, cherry-pick one commit onto 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learn_git — git cherry pick lab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Real Git practice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git init — create a new repository here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git init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echo … &gt; notes.md — base commit on main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echo "base" &gt; notes.md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git add notes.md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git commit -m "Base"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git branch -M main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git checkout -b feature/fix — branch for the commit to copy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git checkout -b feature/fix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echo "hotfix" &gt; fix.txt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git add fix.txt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git commit -m "Add hotfix on feature"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git log --oneline feature/fix — find the commit hash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learn_git — git cherry pick lab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Cherry-pick creates a duplicate commit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Avoid picking merge commits unless you know parent selection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If conflicts appear, finish with continue or abort, do not leave a half-finished pick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learn_git — git cherry pick lab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browser, load the starter and complete a clean pick and a conflict recovery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real Git, cherry-pick one commit from a feature branch onto main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learn_git — git cherry pick 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