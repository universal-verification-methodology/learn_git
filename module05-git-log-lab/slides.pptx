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is only useful if you can read it. Full `git log` dumps author blocks; flags let you scan subjects, see branch shape, or focus on one file. This module practices the options you will reach for before a review, a merge, or a late-night debug.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oneline for a short hash plus subject. Add a count like minus five when you only need the recent tip. Use graph with all to sketch how branches meet. When you need detail, name-only lists paths touched, and a path filter after two dashes limits history to one file—perfect for “who last touched this RTL?”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options checkboxes—oneline, graph, and friends—and the live output pane that mirrors the command line. Load the starter example, toggle a few flags, and watch the history rewrite.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seed a tiny repo with a couple of commits on notes, then print a one-line history. Limit it to the last few commits, then add graph with all so you see the topology even on a short line of history. List names changed in the latest commit, and finally filter the log to only commits that touched the notes file. Those four views—scan, limit, graph, path—cover most day-to-day history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a path filter—two dashes then a path—with a branch name. Remember that graph without oneline can be noisy on a long history. And remember: the browser lab is for literacy—real merges and reviews still need these flags in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clear a few option challenges. On real Git, practice oneline, a limit, graph, and a path filter in your practice tree. When you are ready, take the short quiz, then continue to the next module on safe undo.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git log options</a:t>
            </a:r>
          </a:p>
          <a:p>
            <a:pPr algn="ctr">
              <a:lnSpc>
                <a:spcPts val="2200"/>
              </a:lnSpc>
              <a:spcBef>
                <a:spcPts val="1400"/>
              </a:spcBef>
            </a:pPr>
            <a:r>
              <a:rPr sz="2600" b="0">
                <a:solidFill>
                  <a:srgbClr val="333333"/>
                </a:solidFill>
                <a:latin typeface="Calibri"/>
              </a:rPr>
              <a:t>History is only useful if you can read 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Scan, graph, then zoom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 with oneline for a short hash plus subject</a:t>
            </a:r>
          </a:p>
          <a:p>
            <a:pPr lvl="0" marL="457200" indent="-228600">
              <a:buFont typeface="Calibri"/>
              <a:spcAft>
                <a:spcPts val="1000"/>
              </a:spcAft>
              <a:buSzPct val="100000"/>
              <a:buChar char="•"/>
              <a:lnSpc>
                <a:spcPts val="2200"/>
              </a:lnSpc>
            </a:pPr>
            <a:r>
              <a:rPr sz="2000" b="0">
                <a:solidFill>
                  <a:srgbClr val="333333"/>
                </a:solidFill>
                <a:latin typeface="Calibri"/>
              </a:rPr>
              <a:t>Add a count like minus five when you only need the recent tip</a:t>
            </a:r>
          </a:p>
          <a:p>
            <a:pPr lvl="0" marL="457200" indent="-228600">
              <a:buFont typeface="Calibri"/>
              <a:spcAft>
                <a:spcPts val="1000"/>
              </a:spcAft>
              <a:buSzPct val="100000"/>
              <a:buChar char="•"/>
              <a:lnSpc>
                <a:spcPts val="2200"/>
              </a:lnSpc>
            </a:pPr>
            <a:r>
              <a:rPr sz="2000" b="0">
                <a:solidFill>
                  <a:srgbClr val="333333"/>
                </a:solidFill>
                <a:latin typeface="Calibri"/>
              </a:rPr>
              <a:t>Use graph with all to sketch how branches meet</a:t>
            </a:r>
          </a:p>
          <a:p>
            <a:pPr lvl="0" marL="457200" indent="-228600">
              <a:buFont typeface="Calibri"/>
              <a:spcAft>
                <a:spcPts val="1000"/>
              </a:spcAft>
              <a:buSzPct val="100000"/>
              <a:buChar char="•"/>
              <a:lnSpc>
                <a:spcPts val="2200"/>
              </a:lnSpc>
            </a:pPr>
            <a:r>
              <a:rPr sz="2000" b="0">
                <a:solidFill>
                  <a:srgbClr val="333333"/>
                </a:solidFill>
                <a:latin typeface="Calibri"/>
              </a:rPr>
              <a:t>When you need detail, name-only lists paths touched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git log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638573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oneline, graph, and path filters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log --oneline — short hash plus subject for each commit</a:t>
            </a:r>
          </a:p>
          <a:p>
            <a:pPr>
              <a:lnSpc>
                <a:spcPts val="2200"/>
              </a:lnSpc>
              <a:spcAft>
                <a:spcPts val="600"/>
              </a:spcAft>
            </a:pPr>
            <a:r>
              <a:rPr sz="2000" b="0">
                <a:solidFill>
                  <a:srgbClr val="333333"/>
                </a:solidFill>
                <a:latin typeface="Consolas"/>
              </a:rPr>
              <a:t>git log --oneline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-3 — only the last three commits</a:t>
            </a:r>
          </a:p>
          <a:p>
            <a:pPr>
              <a:lnSpc>
                <a:spcPts val="2200"/>
              </a:lnSpc>
              <a:spcAft>
                <a:spcPts val="600"/>
              </a:spcAft>
            </a:pPr>
            <a:r>
              <a:rPr sz="2000" b="0">
                <a:solidFill>
                  <a:srgbClr val="333333"/>
                </a:solidFill>
                <a:latin typeface="Consolas"/>
              </a:rPr>
              <a:t>git log --oneline -3</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--graph --all — compact history with branch shape</a:t>
            </a:r>
          </a:p>
          <a:p>
            <a:pPr>
              <a:lnSpc>
                <a:spcPts val="2200"/>
              </a:lnSpc>
              <a:spcAft>
                <a:spcPts val="600"/>
              </a:spcAft>
            </a:pPr>
            <a:r>
              <a:rPr sz="2000" b="0">
                <a:solidFill>
                  <a:srgbClr val="333333"/>
                </a:solidFill>
                <a:latin typeface="Consolas"/>
              </a:rPr>
              <a:t>git log --oneline --graph --all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--name-only -1 — paths touched by the latest commit</a:t>
            </a:r>
          </a:p>
          <a:p>
            <a:pPr>
              <a:lnSpc>
                <a:spcPts val="2200"/>
              </a:lnSpc>
              <a:spcAft>
                <a:spcPts val="600"/>
              </a:spcAft>
            </a:pPr>
            <a:r>
              <a:rPr sz="2000" b="0">
                <a:solidFill>
                  <a:srgbClr val="333333"/>
                </a:solidFill>
                <a:latin typeface="Consolas"/>
              </a:rPr>
              <a:t>git log --name-only -1</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 notes.md — commits that touched this path</a:t>
            </a:r>
          </a:p>
          <a:p>
            <a:pPr>
              <a:lnSpc>
                <a:spcPts val="2200"/>
              </a:lnSpc>
              <a:spcAft>
                <a:spcPts val="600"/>
              </a:spcAft>
            </a:pPr>
            <a:r>
              <a:rPr sz="2000" b="0">
                <a:solidFill>
                  <a:srgbClr val="333333"/>
                </a:solidFill>
                <a:latin typeface="Consolas"/>
              </a:rPr>
              <a:t>git log --oneline -- notes.md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a path filter, two dashes then a path, with a branch name</a:t>
            </a:r>
          </a:p>
          <a:p>
            <a:pPr lvl="0" marL="457200" indent="-228600">
              <a:buFont typeface="Calibri"/>
              <a:spcAft>
                <a:spcPts val="1000"/>
              </a:spcAft>
              <a:buSzPct val="100000"/>
              <a:buChar char="•"/>
              <a:lnSpc>
                <a:spcPts val="2200"/>
              </a:lnSpc>
            </a:pPr>
            <a:r>
              <a:rPr sz="2000" b="0">
                <a:solidFill>
                  <a:srgbClr val="333333"/>
                </a:solidFill>
                <a:latin typeface="Calibri"/>
              </a:rPr>
              <a:t>Remember that graph without oneline can be noisy on a long history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clear a few option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practice oneline, a limit, graph, and a path filter in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next module on safe undo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log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