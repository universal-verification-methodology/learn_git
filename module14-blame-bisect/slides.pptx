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regression shows up in simulation—when did it start, and who touched that line? Blame annotates each line with the last commit that changed it. Bisect binary-searches history between a known good commit and a bad one to find the first breaking change. Together they turn “it used to work” into a specific commit to inspect.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blame on a file to see hash, author, and date per line—then show that commit for full context. For bisect, mark bad at the failing tip and good at a commit you trust, test the checkout Git gives you, and answer good or bad until Git names the first bad commit. Reset bisect when you are done so you are not stuck in detached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blame table at HEAD, and the bisect good or bad controls. Load the starter example, read who wrote the bug comment, then bisect until the first bad commit appears.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build a short history where a middle commit is clean and a later commit adds a marker line you can test for. Run blame on the file to see which commit owns each line. Then start bisect with a tiny test script, mark good and bad ends, and let bisect run find the first bad commit automatically. Finish with bisect reset so your branch checkout is normal again.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Blame shows the last touch, not every historical edit—use log or show for deeper history. Bisect needs a reliable good and bad test; flaky tests give flaky answers. Always bisect reset when finished. And remember: the browser lab is for literacy—real RTL regressions still need your actual simulation or build as the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bisect to the first bad commit and read blame on the bug line. On real Git, run blame and a short bisect on your practice tree. When you are ready, take the short quiz, then continue to the next module on remotes and pull requests.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Blame &amp; bisect</a:t>
            </a:r>
          </a:p>
          <a:p>
            <a:pPr algn="ctr">
              <a:lnSpc>
                <a:spcPts val="2200"/>
              </a:lnSpc>
              <a:spcBef>
                <a:spcPts val="1400"/>
              </a:spcBef>
            </a:pPr>
            <a:r>
              <a:rPr sz="2600" b="0">
                <a:solidFill>
                  <a:srgbClr val="333333"/>
                </a:solidFill>
                <a:latin typeface="Calibri"/>
              </a:rPr>
              <a:t>A regression shows up in simulation, when did it start, and who touched that line?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Blame the line, bisect the range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blame on a file to see hash, author</a:t>
            </a:r>
          </a:p>
          <a:p>
            <a:pPr lvl="0" marL="457200" indent="-228600">
              <a:buFont typeface="Calibri"/>
              <a:spcAft>
                <a:spcPts val="1000"/>
              </a:spcAft>
              <a:buSzPct val="100000"/>
              <a:buChar char="•"/>
              <a:lnSpc>
                <a:spcPts val="2200"/>
              </a:lnSpc>
            </a:pPr>
            <a:r>
              <a:rPr sz="2000" b="0">
                <a:solidFill>
                  <a:srgbClr val="333333"/>
                </a:solidFill>
                <a:latin typeface="Calibri"/>
              </a:rPr>
              <a:t>Answer good or bad until Git names the first bad commit</a:t>
            </a:r>
          </a:p>
          <a:p>
            <a:pPr lvl="0" marL="457200" indent="-228600">
              <a:buFont typeface="Calibri"/>
              <a:spcAft>
                <a:spcPts val="1000"/>
              </a:spcAft>
              <a:buSzPct val="100000"/>
              <a:buChar char="•"/>
              <a:lnSpc>
                <a:spcPts val="2200"/>
              </a:lnSpc>
            </a:pPr>
            <a:r>
              <a:rPr sz="2000" b="0">
                <a:solidFill>
                  <a:srgbClr val="333333"/>
                </a:solidFill>
                <a:latin typeface="Calibri"/>
              </a:rPr>
              <a:t>Reset bisect when you are done so you are not stuck in detached state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Blame and bisect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188149"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blame and bisect run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first commit (known good)</a:t>
            </a:r>
          </a:p>
          <a:p>
            <a:pPr>
              <a:lnSpc>
                <a:spcPts val="2200"/>
              </a:lnSpc>
              <a:spcAft>
                <a:spcPts val="600"/>
              </a:spcAft>
            </a:pPr>
            <a:r>
              <a:rPr sz="2000" b="0">
                <a:solidFill>
                  <a:srgbClr val="333333"/>
                </a:solidFill>
                <a:latin typeface="Consolas"/>
              </a:rPr>
              <a:t>echo "v1"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still good</a:t>
            </a:r>
          </a:p>
          <a:p>
            <a:pPr>
              <a:lnSpc>
                <a:spcPts val="2200"/>
              </a:lnSpc>
              <a:spcAft>
                <a:spcPts val="600"/>
              </a:spcAft>
            </a:pPr>
            <a:r>
              <a:rPr sz="2000" b="0">
                <a:solidFill>
                  <a:srgbClr val="333333"/>
                </a:solidFill>
                <a:latin typeface="Consolas"/>
              </a:rPr>
              <a:t>echo "v2 ok"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"add v2"</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introduces a marker to hunt</a:t>
            </a:r>
          </a:p>
          <a:p>
            <a:pPr>
              <a:lnSpc>
                <a:spcPts val="2200"/>
              </a:lnSpc>
              <a:spcAft>
                <a:spcPts val="600"/>
              </a:spcAft>
            </a:pPr>
            <a:r>
              <a:rPr sz="2000" b="0">
                <a:solidFill>
                  <a:srgbClr val="333333"/>
                </a:solidFill>
                <a:latin typeface="Consolas"/>
              </a:rPr>
              <a:t>echo "BUG"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Blame shows the last touch, not every historical edit, use log or show for deeper history</a:t>
            </a:r>
          </a:p>
          <a:p>
            <a:pPr lvl="0" marL="457200" indent="-228600">
              <a:buFont typeface="Calibri"/>
              <a:spcAft>
                <a:spcPts val="1000"/>
              </a:spcAft>
              <a:buSzPct val="100000"/>
              <a:buChar char="•"/>
              <a:lnSpc>
                <a:spcPts val="2200"/>
              </a:lnSpc>
            </a:pPr>
            <a:r>
              <a:rPr sz="2000" b="0">
                <a:solidFill>
                  <a:srgbClr val="333333"/>
                </a:solidFill>
                <a:latin typeface="Calibri"/>
              </a:rPr>
              <a:t>Bisect needs a reliable good and bad test; flaky tests give flaky answers</a:t>
            </a:r>
          </a:p>
          <a:p>
            <a:pPr lvl="0" marL="457200" indent="-228600">
              <a:buFont typeface="Calibri"/>
              <a:spcAft>
                <a:spcPts val="1000"/>
              </a:spcAft>
              <a:buSzPct val="100000"/>
              <a:buChar char="•"/>
              <a:lnSpc>
                <a:spcPts val="2200"/>
              </a:lnSpc>
            </a:pPr>
            <a:r>
              <a:rPr sz="2000" b="0">
                <a:solidFill>
                  <a:srgbClr val="333333"/>
                </a:solidFill>
                <a:latin typeface="Calibri"/>
              </a:rPr>
              <a:t>Always bisect reset when finished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bisect to the first bad commit and read blame on the bug line</a:t>
            </a:r>
          </a:p>
          <a:p>
            <a:pPr lvl="0" marL="457200" indent="-228600">
              <a:buFont typeface="Calibri"/>
              <a:spcAft>
                <a:spcPts val="1000"/>
              </a:spcAft>
              <a:buSzPct val="100000"/>
              <a:buChar char="•"/>
              <a:lnSpc>
                <a:spcPts val="2200"/>
              </a:lnSpc>
            </a:pPr>
            <a:r>
              <a:rPr sz="2000" b="0">
                <a:solidFill>
                  <a:srgbClr val="333333"/>
                </a:solidFill>
                <a:latin typeface="Calibri"/>
              </a:rPr>
              <a:t>On real Git, run blame and a short bisect on your practice tree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blame bisect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