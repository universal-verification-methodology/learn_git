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reset too far, checked out the wrong branch, or rebased and thought a commit was gone. Reflog is your local diary of where HEAD has been. It often holds the hash you need to recover—even when normal log no longer shows that commit.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reflog to see recent moves: commits, checkouts, resets. Each line has an index like HEAD at one, meaning one step ago. If a hard reset dropped your tip, reset hard to HEAD at one to move back—or create a recovery branch pointing at the hash you find. Reflog is local only and entries expire after a while, so recover soon.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branch tip display, and the reflog list with reset and recovery actions. Load the starter example, hard-reset to drop a commit, then bring it back using reflog.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make two commits on main, then run reflog so you see the history of HEAD moves. Hard-reset back one commit—the important work disappears from log but stays in reflog. Run reflog again, then reset hard to HEAD at one to restore the tip. Log should show both commits again. That is the safety net when you move too aggressively locally.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Reflog does not travel to the remote—recovery is for your local clone. Entries expire; do not treat reflog as permanent backup. Prefer reset hard to HEAD at one only when you are sure that entry is the state you want. And remember: the browser lab is for literacy—teammates still need a pushed branch if they need your recovered commit.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recover a dropped commit from reflog. On real Git, reset back one commit, then restore with HEAD at one. When you are ready, take the short quiz, then continue to the next module on blame and bisect.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Reflog recovery</a:t>
            </a:r>
          </a:p>
          <a:p>
            <a:pPr algn="ctr">
              <a:lnSpc>
                <a:spcPts val="2200"/>
              </a:lnSpc>
              <a:spcBef>
                <a:spcPts val="1400"/>
              </a:spcBef>
            </a:pPr>
            <a:r>
              <a:rPr sz="2600" b="0">
                <a:solidFill>
                  <a:srgbClr val="333333"/>
                </a:solidFill>
                <a:latin typeface="Calibri"/>
              </a:rPr>
              <a:t>You reset too far, checked out the wrong branch, or rebased and thought a commit was gone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reflog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Reflog before panic</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Run reflog to see recent moves: commits, checkouts, resets</a:t>
            </a:r>
          </a:p>
          <a:p>
            <a:pPr lvl="0" marL="457200" indent="-228600">
              <a:buFont typeface="Calibri"/>
              <a:spcAft>
                <a:spcPts val="1000"/>
              </a:spcAft>
              <a:buSzPct val="100000"/>
              <a:buChar char="•"/>
              <a:lnSpc>
                <a:spcPts val="2200"/>
              </a:lnSpc>
            </a:pPr>
            <a:r>
              <a:rPr sz="2000" b="0">
                <a:solidFill>
                  <a:srgbClr val="333333"/>
                </a:solidFill>
                <a:latin typeface="Calibri"/>
              </a:rPr>
              <a:t>Each line has an index like HEAD at one, meaning one step ago</a:t>
            </a:r>
          </a:p>
          <a:p>
            <a:pPr lvl="0" marL="457200" indent="-228600">
              <a:buFont typeface="Calibri"/>
              <a:spcAft>
                <a:spcPts val="1000"/>
              </a:spcAft>
              <a:buSzPct val="100000"/>
              <a:buChar char="•"/>
              <a:lnSpc>
                <a:spcPts val="2200"/>
              </a:lnSpc>
            </a:pPr>
            <a:r>
              <a:rPr sz="2000" b="0">
                <a:solidFill>
                  <a:srgbClr val="333333"/>
                </a:solidFill>
                <a:latin typeface="Calibri"/>
              </a:rPr>
              <a:t>If a hard reset dropped your tip</a:t>
            </a:r>
          </a:p>
          <a:p>
            <a:pPr lvl="0" marL="457200" indent="-228600">
              <a:buFont typeface="Calibri"/>
              <a:spcAft>
                <a:spcPts val="1000"/>
              </a:spcAft>
              <a:buSzPct val="100000"/>
              <a:buChar char="•"/>
              <a:lnSpc>
                <a:spcPts val="2200"/>
              </a:lnSpc>
            </a:pPr>
            <a:r>
              <a:rPr sz="2000" b="0">
                <a:solidFill>
                  <a:srgbClr val="333333"/>
                </a:solidFill>
                <a:latin typeface="Calibri"/>
              </a:rPr>
              <a:t>Reflog is local only and entries expire after a while, so recover soon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reflog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Reflog recovery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reflog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4798422"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reset, reflog, recover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reflog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first commit</a:t>
            </a:r>
          </a:p>
          <a:p>
            <a:pPr>
              <a:lnSpc>
                <a:spcPts val="2200"/>
              </a:lnSpc>
              <a:spcAft>
                <a:spcPts val="600"/>
              </a:spcAft>
            </a:pPr>
            <a:r>
              <a:rPr sz="2000" b="0">
                <a:solidFill>
                  <a:srgbClr val="333333"/>
                </a:solidFill>
                <a:latin typeface="Consolas"/>
              </a:rPr>
              <a:t>echo "v1"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"First"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branch -M main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notes.md — commit you might “lose”</a:t>
            </a:r>
          </a:p>
          <a:p>
            <a:pPr>
              <a:lnSpc>
                <a:spcPts val="2200"/>
              </a:lnSpc>
              <a:spcAft>
                <a:spcPts val="600"/>
              </a:spcAft>
            </a:pPr>
            <a:r>
              <a:rPr sz="2000" b="0">
                <a:solidFill>
                  <a:srgbClr val="333333"/>
                </a:solidFill>
                <a:latin typeface="Consolas"/>
              </a:rPr>
              <a:t>echo "important" &gt;&gt;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"Important work"</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reflog — see where HEAD has been</a:t>
            </a:r>
          </a:p>
          <a:p>
            <a:pPr>
              <a:lnSpc>
                <a:spcPts val="2200"/>
              </a:lnSpc>
              <a:spcAft>
                <a:spcPts val="600"/>
              </a:spcAft>
            </a:pPr>
            <a:r>
              <a:rPr sz="2000" b="0">
                <a:solidFill>
                  <a:srgbClr val="333333"/>
                </a:solidFill>
                <a:latin typeface="Consolas"/>
              </a:rPr>
              <a:t>git reflog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reflog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Reflog does not travel to the remote, recovery is for your local clone</a:t>
            </a:r>
          </a:p>
          <a:p>
            <a:pPr lvl="0" marL="457200" indent="-228600">
              <a:buFont typeface="Calibri"/>
              <a:spcAft>
                <a:spcPts val="1000"/>
              </a:spcAft>
              <a:buSzPct val="100000"/>
              <a:buChar char="•"/>
              <a:lnSpc>
                <a:spcPts val="2200"/>
              </a:lnSpc>
            </a:pPr>
            <a:r>
              <a:rPr sz="2000" b="0">
                <a:solidFill>
                  <a:srgbClr val="333333"/>
                </a:solidFill>
                <a:latin typeface="Calibri"/>
              </a:rPr>
              <a:t>Entries expire; do not treat reflog as permanent backup</a:t>
            </a:r>
          </a:p>
          <a:p>
            <a:pPr lvl="0" marL="457200" indent="-228600">
              <a:buFont typeface="Calibri"/>
              <a:spcAft>
                <a:spcPts val="1000"/>
              </a:spcAft>
              <a:buSzPct val="100000"/>
              <a:buChar char="•"/>
              <a:lnSpc>
                <a:spcPts val="2200"/>
              </a:lnSpc>
            </a:pPr>
            <a:r>
              <a:rPr sz="2000" b="0">
                <a:solidFill>
                  <a:srgbClr val="333333"/>
                </a:solidFill>
                <a:latin typeface="Calibri"/>
              </a:rPr>
              <a:t>Prefer reset hard to HEAD at one only when you are sure that entry is the state you want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reflog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recover a dropped commit from reflog</a:t>
            </a:r>
          </a:p>
          <a:p>
            <a:pPr lvl="0" marL="457200" indent="-228600">
              <a:buFont typeface="Calibri"/>
              <a:spcAft>
                <a:spcPts val="1000"/>
              </a:spcAft>
              <a:buSzPct val="100000"/>
              <a:buChar char="•"/>
              <a:lnSpc>
                <a:spcPts val="2200"/>
              </a:lnSpc>
            </a:pPr>
            <a:r>
              <a:rPr sz="2000" b="0">
                <a:solidFill>
                  <a:srgbClr val="333333"/>
                </a:solidFill>
                <a:latin typeface="Calibri"/>
              </a:rPr>
              <a:t>On real Git, reset back one commit, then restore with HEAD at one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reflog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