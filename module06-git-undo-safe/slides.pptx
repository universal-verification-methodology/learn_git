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edit the wrong file, stage too early, or want to back out of a local mistake. Safe undo means knowing which command touches the working tree, the staging area, or history—and choosing the gentle one first. This module practices restore and unstage before you reach for hard reset or force push.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drop unstaged edits in a tracked file, use restore on that path—it rewinds the working tree to match the index or last commit. To unstage without losing your edits, use restore with staged—the file stays changed on disk but leaves the staging area. Soft reset moves HEAD back while keeping your staged work; mixed reset also unstages. Hard reset throws away local changes—save that for when you truly mean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three-layers diagram, and the undo-action buttons—unstage, restore, and soft reset. Load the starter example, try one safe action, and watch which layer moves. Use Check when you think a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create a tiny repo with one committed notes file. Edit the file without staging, run status to see the modification, then restore to discard those unstaged edits. Edit again, stage with add, run status to see it staged, then restore with staged to unstage while keeping your text on disk. Status should show modified but not staged—that is the safe habit when you clicked add too soon.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unstage with discard—restore staged keeps your edits; plain restore does not. Avoid reset hard until you have tried restore and soft or mixed reset. And remember: the browser lab is for literacy—never force-push shared history because a concept lab let you click a dangerous button.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practice unstage versus restore on a few challenges. On real Git, repeat restore and restore staged in your practice tree. When you are ready, take the short quiz, then continue to the next module on stash scenarios.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Safe undo</a:t>
            </a:r>
          </a:p>
          <a:p>
            <a:pPr algn="ctr">
              <a:lnSpc>
                <a:spcPts val="2200"/>
              </a:lnSpc>
              <a:spcBef>
                <a:spcPts val="1400"/>
              </a:spcBef>
            </a:pPr>
            <a:r>
              <a:rPr sz="2600" b="0">
                <a:solidFill>
                  <a:srgbClr val="333333"/>
                </a:solidFill>
                <a:latin typeface="Calibri"/>
              </a:rPr>
              <a:t>You will edit the wrong file, stage too early, or want to back out of a local mistake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undo safe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Restore before reset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To drop unstaged edits in a tracked file</a:t>
            </a:r>
          </a:p>
          <a:p>
            <a:pPr lvl="0" marL="457200" indent="-228600">
              <a:buFont typeface="Calibri"/>
              <a:spcAft>
                <a:spcPts val="1000"/>
              </a:spcAft>
              <a:buSzPct val="100000"/>
              <a:buChar char="•"/>
              <a:lnSpc>
                <a:spcPts val="2200"/>
              </a:lnSpc>
            </a:pPr>
            <a:r>
              <a:rPr sz="2000" b="0">
                <a:solidFill>
                  <a:srgbClr val="333333"/>
                </a:solidFill>
                <a:latin typeface="Calibri"/>
              </a:rPr>
              <a:t>To unstage without losing your edits</a:t>
            </a:r>
          </a:p>
          <a:p>
            <a:pPr lvl="0" marL="457200" indent="-228600">
              <a:buFont typeface="Calibri"/>
              <a:spcAft>
                <a:spcPts val="1000"/>
              </a:spcAft>
              <a:buSzPct val="100000"/>
              <a:buChar char="•"/>
              <a:lnSpc>
                <a:spcPts val="2200"/>
              </a:lnSpc>
            </a:pPr>
            <a:r>
              <a:rPr sz="2000" b="0">
                <a:solidFill>
                  <a:srgbClr val="333333"/>
                </a:solidFill>
                <a:latin typeface="Calibri"/>
              </a:rPr>
              <a:t>Soft reset moves HEAD back while keeping your staged work; mixed reset also unstages</a:t>
            </a:r>
          </a:p>
          <a:p>
            <a:pPr lvl="0" marL="457200" indent="-228600">
              <a:buFont typeface="Calibri"/>
              <a:spcAft>
                <a:spcPts val="1000"/>
              </a:spcAft>
              <a:buSzPct val="100000"/>
              <a:buChar char="•"/>
              <a:lnSpc>
                <a:spcPts val="2200"/>
              </a:lnSpc>
            </a:pPr>
            <a:r>
              <a:rPr sz="2000" b="0">
                <a:solidFill>
                  <a:srgbClr val="333333"/>
                </a:solidFill>
                <a:latin typeface="Calibri"/>
              </a:rPr>
              <a:t>Hard reset throws away local changes, save that for when you truly mean 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undo 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Safe Git undo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undo safe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523192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restore and unstage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undo safe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notes.md — create and commit a tracked file</a:t>
            </a:r>
          </a:p>
          <a:p>
            <a:pPr>
              <a:lnSpc>
                <a:spcPts val="2200"/>
              </a:lnSpc>
              <a:spcAft>
                <a:spcPts val="600"/>
              </a:spcAft>
            </a:pPr>
            <a:r>
              <a:rPr sz="2000" b="0">
                <a:solidFill>
                  <a:srgbClr val="333333"/>
                </a:solidFill>
                <a:latin typeface="Consolas"/>
              </a:rPr>
              <a:t>echo "v1"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"Add notes"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&gt;&gt; notes.md — edit without staging</a:t>
            </a:r>
          </a:p>
          <a:p>
            <a:pPr>
              <a:lnSpc>
                <a:spcPts val="2200"/>
              </a:lnSpc>
              <a:spcAft>
                <a:spcPts val="600"/>
              </a:spcAft>
            </a:pPr>
            <a:r>
              <a:rPr sz="2000" b="0">
                <a:solidFill>
                  <a:srgbClr val="333333"/>
                </a:solidFill>
                <a:latin typeface="Consolas"/>
              </a:rPr>
              <a:t>echo "draft line" &gt;&gt;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see modified, not staged</a:t>
            </a:r>
          </a:p>
          <a:p>
            <a:pPr>
              <a:lnSpc>
                <a:spcPts val="2200"/>
              </a:lnSpc>
              <a:spcAft>
                <a:spcPts val="600"/>
              </a:spcAft>
            </a:pPr>
            <a:r>
              <a:rPr sz="2000" b="0">
                <a:solidFill>
                  <a:srgbClr val="333333"/>
                </a:solidFill>
                <a:latin typeface="Consolas"/>
              </a:rPr>
              <a:t>git status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restore notes.md — discard unstaged edits</a:t>
            </a:r>
          </a:p>
          <a:p>
            <a:pPr>
              <a:lnSpc>
                <a:spcPts val="2200"/>
              </a:lnSpc>
              <a:spcAft>
                <a:spcPts val="600"/>
              </a:spcAft>
            </a:pPr>
            <a:r>
              <a:rPr sz="2000" b="0">
                <a:solidFill>
                  <a:srgbClr val="333333"/>
                </a:solidFill>
                <a:latin typeface="Consolas"/>
              </a:rPr>
              <a:t>git restore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&gt;&gt; notes.md — edit again</a:t>
            </a:r>
          </a:p>
          <a:p>
            <a:pPr>
              <a:lnSpc>
                <a:spcPts val="2200"/>
              </a:lnSpc>
              <a:spcAft>
                <a:spcPts val="600"/>
              </a:spcAft>
            </a:pPr>
            <a:r>
              <a:rPr sz="2000" b="0">
                <a:solidFill>
                  <a:srgbClr val="333333"/>
                </a:solidFill>
                <a:latin typeface="Consolas"/>
              </a:rPr>
              <a:t>echo "draft line" &gt;&gt;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undo safe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unstage with discard, restore staged keeps your edits</a:t>
            </a:r>
          </a:p>
          <a:p>
            <a:pPr lvl="0" marL="457200" indent="-228600">
              <a:buFont typeface="Calibri"/>
              <a:spcAft>
                <a:spcPts val="1000"/>
              </a:spcAft>
              <a:buSzPct val="100000"/>
              <a:buChar char="•"/>
              <a:lnSpc>
                <a:spcPts val="2200"/>
              </a:lnSpc>
            </a:pPr>
            <a:r>
              <a:rPr sz="2000" b="0">
                <a:solidFill>
                  <a:srgbClr val="333333"/>
                </a:solidFill>
                <a:latin typeface="Calibri"/>
              </a:rPr>
              <a:t>Avoid reset hard until you have tried restore and soft or mixed reset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undo safe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practice unstage versus restore on a few challenges</a:t>
            </a:r>
          </a:p>
          <a:p>
            <a:pPr lvl="0" marL="457200" indent="-228600">
              <a:buFont typeface="Calibri"/>
              <a:spcAft>
                <a:spcPts val="1000"/>
              </a:spcAft>
              <a:buSzPct val="100000"/>
              <a:buChar char="•"/>
              <a:lnSpc>
                <a:spcPts val="2200"/>
              </a:lnSpc>
            </a:pPr>
            <a:r>
              <a:rPr sz="2000" b="0">
                <a:solidFill>
                  <a:srgbClr val="333333"/>
                </a:solidFill>
                <a:latin typeface="Calibri"/>
              </a:rPr>
              <a:t>On real Git, repeat restore and restore staged in your practice tree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undo safe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