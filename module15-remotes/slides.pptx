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Git is only half the story. A remote is a named link to a hosted copy—usually called origin—where you push branches and open pull requests for review. Submodules let one repo pin another repo’s commit inside a path, which is common for shared RTL or verification IP. This module connects those ideas to how you will submit labs and collaborate on real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a remote with a URL, push your branch with upstream tracking so later pushes are simple, then open a pull request that proposes merging your branch into main. Reviewers read the diff, you push more commits to the same branch if needed, and merge when it is approved. A submodule records a gitlink—the path plus an exact commit—not a casual copy of files. After cloning a repo with submodules, you must initialize them or those folders stay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concept quiz at the top, the numbered live GitHub checklist, and the sandbox repo links in the banner. Work a few quiz questions to lock in vocabulary—origin, upstream push, submodule init. Then read the checklist steps for clone with submodules, lab branch, push, and opening a pull request. You do not need a full tour here—the lab itself guides the rest. Explore the quiz and skim the steps, then come back for the real Git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Git track, simulate a hosted remote with a bare repository on disk. Commit on main, add the bare repo as origin, and push main upstream. Create a lab branch, commit, and push that branch too. List remotes to see fetch and push URLs. Then add a small library repo as a submodule and show submodule status so you see the pinned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force-push shared default branches like main. After clone, run submodule init if embedded folders are empty. A pull request is for review and visibility—the merge still happens on the host or after someone pulls and merges locally. And remember: the browser lab is for literacy—real coursework still needs your fork or template repo on GitHub and the live checklist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clear a few quiz items and read the live GitHub steps end to end. On real Git, practice push with upstream and inspect a submodule status line. When you are ready, take the short quiz, then continue to the next module on remote-tracking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Remotes, PRs &amp; submodules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Local Git is only half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Push, review, 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Add a remote with a URL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Reviewers read the diff, you push more commits to the same branch if needed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submodule records a gitlink, the path plus an exact commit, not a casual copy of files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cloning a repo with submodules, you must initialize them or those folders stay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Remotes lab — quiz and live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Git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34856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remote, push, submodule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Git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init — create a new repository here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init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echo … &gt; README.md — first commit on default branch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"practice v1" &gt; README.md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add README.md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commit -m "init"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branch -M main — name the default branch main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branch -M main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init --bare ../origin.git — bare remote (simulates GitHub)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init --bare ../origin.git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remote add origin … — link the hosted copy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remote add origin ../origin.git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git push -u origin main — publish main and set upstream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git push -u origin main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force-push shared default branches like main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clone, run submodule init if embedded folders are empty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pull request is for review and visibility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clear a few quiz items and read the live GitHub steps end to end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real Git, practice push with upstream and inspect a submodule status 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learn_git — remotes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