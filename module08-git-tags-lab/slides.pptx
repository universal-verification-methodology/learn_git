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mark a commit you want to find again—a release, a submission snapshot, or a known-good point for bisect. Unlike a branch, a tag usually stays put. This module practices lightweight and annotated tags, and how to list and inspect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lightweight tag is simply a name pointing at a commit—quick for local milestones. An annotated tag stores a message, tagger, and date—better for releases you share. Use tag to list names, show to inspect one, and remember tags are not pushed with a normal push—you send them explicitly.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commit list, and the create panel for lightweight versus annotated tags. Load the starter example, create one of each kind, then inspect with show.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create a tiny repo with one commit. Add a lightweight tag on that commit, list tags, and show what it points to. Then add an annotated tag with a release message on the same commit and show again—you should see the extra metadata. Those two forms are what you will use for coursework milestones and semver releases.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reuse a tag name for a different commit without deleting the old one first. Do not assume push sends tags—use push with tags or push the tag name explicitly. Prefer annotated tags for anything you publish. And remember: the browser lab is for literacy—real submission tags still live in a real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create lightweight and annotated tags on a challenge commit. On real Git, tag, list, and show in your practice tree. When you are ready, take the short quiz, then continue to the next module on branch naming.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Tags</a:t>
            </a:r>
          </a:p>
          <a:p>
            <a:pPr algn="ctr">
              <a:lnSpc>
                <a:spcPts val="2200"/>
              </a:lnSpc>
              <a:spcBef>
                <a:spcPts val="1400"/>
              </a:spcBef>
            </a:pPr>
            <a:r>
              <a:rPr sz="2600" b="0">
                <a:solidFill>
                  <a:srgbClr val="333333"/>
                </a:solidFill>
                <a:latin typeface="Calibri"/>
              </a:rPr>
              <a:t>Tags mark a commit you want to find again, a release, a submission snapshot, or a known-good point for bisect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Lightweight vs annotated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lightweight tag is simply a name pointing at a commit, quick for local milestones</a:t>
            </a:r>
          </a:p>
          <a:p>
            <a:pPr lvl="0" marL="457200" indent="-228600">
              <a:buFont typeface="Calibri"/>
              <a:spcAft>
                <a:spcPts val="1000"/>
              </a:spcAft>
              <a:buSzPct val="100000"/>
              <a:buChar char="•"/>
              <a:lnSpc>
                <a:spcPts val="2200"/>
              </a:lnSpc>
            </a:pPr>
            <a:r>
              <a:rPr sz="2000" b="0">
                <a:solidFill>
                  <a:srgbClr val="333333"/>
                </a:solidFill>
                <a:latin typeface="Calibri"/>
              </a:rPr>
              <a:t>An annotated tag stores a message, tagger, and date, better for releases you share</a:t>
            </a:r>
          </a:p>
          <a:p>
            <a:pPr lvl="0" marL="457200" indent="-228600">
              <a:buFont typeface="Calibri"/>
              <a:spcAft>
                <a:spcPts val="1000"/>
              </a:spcAft>
              <a:buSzPct val="100000"/>
              <a:buChar char="•"/>
              <a:lnSpc>
                <a:spcPts val="2200"/>
              </a:lnSpc>
            </a:pPr>
            <a:r>
              <a:rPr sz="2000" b="0">
                <a:solidFill>
                  <a:srgbClr val="333333"/>
                </a:solidFill>
                <a:latin typeface="Calibri"/>
              </a:rPr>
              <a:t>Use tag to list names, show to inspect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Tags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390569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lightweight and annotated tags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create and commit a tracked file</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"Add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tag v1.0 — lightweight tag on this commit</a:t>
            </a:r>
          </a:p>
          <a:p>
            <a:pPr>
              <a:lnSpc>
                <a:spcPts val="2200"/>
              </a:lnSpc>
              <a:spcAft>
                <a:spcPts val="600"/>
              </a:spcAft>
            </a:pPr>
            <a:r>
              <a:rPr sz="2000" b="0">
                <a:solidFill>
                  <a:srgbClr val="333333"/>
                </a:solidFill>
                <a:latin typeface="Consolas"/>
              </a:rPr>
              <a:t>git tag v1.0</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tag — list tag names</a:t>
            </a:r>
          </a:p>
          <a:p>
            <a:pPr>
              <a:lnSpc>
                <a:spcPts val="2200"/>
              </a:lnSpc>
              <a:spcAft>
                <a:spcPts val="600"/>
              </a:spcAft>
            </a:pPr>
            <a:r>
              <a:rPr sz="2000" b="0">
                <a:solidFill>
                  <a:srgbClr val="333333"/>
                </a:solidFill>
                <a:latin typeface="Consolas"/>
              </a:rPr>
              <a:t>git tag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show v1.0 — inspect what the tag points to</a:t>
            </a:r>
          </a:p>
          <a:p>
            <a:pPr>
              <a:lnSpc>
                <a:spcPts val="2200"/>
              </a:lnSpc>
              <a:spcAft>
                <a:spcPts val="600"/>
              </a:spcAft>
            </a:pPr>
            <a:r>
              <a:rPr sz="2000" b="0">
                <a:solidFill>
                  <a:srgbClr val="333333"/>
                </a:solidFill>
                <a:latin typeface="Consolas"/>
              </a:rPr>
              <a:t>git show v1.0</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tag -a v1.0.0 -m "Release 1.0" — annotated tag with message</a:t>
            </a:r>
          </a:p>
          <a:p>
            <a:pPr>
              <a:lnSpc>
                <a:spcPts val="2200"/>
              </a:lnSpc>
              <a:spcAft>
                <a:spcPts val="600"/>
              </a:spcAft>
            </a:pPr>
            <a:r>
              <a:rPr sz="2000" b="0">
                <a:solidFill>
                  <a:srgbClr val="333333"/>
                </a:solidFill>
                <a:latin typeface="Consolas"/>
              </a:rPr>
              <a:t>git tag -a v1.0.0 -m "Release 1.0"</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reuse a tag name for a different commit without deleting the old one first</a:t>
            </a:r>
          </a:p>
          <a:p>
            <a:pPr lvl="0" marL="457200" indent="-228600">
              <a:buFont typeface="Calibri"/>
              <a:spcAft>
                <a:spcPts val="1000"/>
              </a:spcAft>
              <a:buSzPct val="100000"/>
              <a:buChar char="•"/>
              <a:lnSpc>
                <a:spcPts val="2200"/>
              </a:lnSpc>
            </a:pPr>
            <a:r>
              <a:rPr sz="2000" b="0">
                <a:solidFill>
                  <a:srgbClr val="333333"/>
                </a:solidFill>
                <a:latin typeface="Calibri"/>
              </a:rPr>
              <a:t>Do not assume push sends tags, use push with tags or push the tag name explicitly</a:t>
            </a:r>
          </a:p>
          <a:p>
            <a:pPr lvl="0" marL="457200" indent="-228600">
              <a:buFont typeface="Calibri"/>
              <a:spcAft>
                <a:spcPts val="1000"/>
              </a:spcAft>
              <a:buSzPct val="100000"/>
              <a:buChar char="•"/>
              <a:lnSpc>
                <a:spcPts val="2200"/>
              </a:lnSpc>
            </a:pPr>
            <a:r>
              <a:rPr sz="2000" b="0">
                <a:solidFill>
                  <a:srgbClr val="333333"/>
                </a:solidFill>
                <a:latin typeface="Calibri"/>
              </a:rPr>
              <a:t>Prefer annotated tags for anything you publish</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Git, tag, list, and show in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next module on branch naming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tags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