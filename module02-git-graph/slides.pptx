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already know the three places Git keeps your work: the working tree, the staging area, and the last commit. This module adds the picture that ties them together—history as a graph. Each commit is a snapshot node; each new commit grows the chain forward. We will practice that flow in the browser playground, then build the same chain on real Git.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commits as beads on a string. The first commit has no parent; every later commit points at the one before it. Staging is still the gate: you add changes, then commit to create the next bead. The log is how you read that chain—short hashes and messages tell you what happened and in what order. Branching and merging add forks later; for now, focus on making a clean line of commits you can read.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Git graph playground from the tools page. You will see three regions: the challenge card at the top, the status panel and commit graph in the middle, and the command buttons below. Load the starter example so the graph and status match. Work a few challenges—stage a file, commit, watch the graph grow—then use Check when you think the task is done. The lab grades your moves; you do not need a full tour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create a tiny practice repo and record two commits so you can see a chain in the log. Start a repo, write a notes file, stage it, and commit with a short message. Edit the file, stage again, and commit once more. Then show recent history on one line each, and use the graph view so you can see parent links. That add–commit rhythm is what the browser lab is training—you are just doing it on disk.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commit without staging first—an empty staging area means nothing new to record. Do not assume the graph updates when you only save in the editor; save updates the working tree, add moves to staging, commit creates the node. And remember: the playground simplifies remotes and team workflows—those come back on real Git in later modules.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finish a few graph challenges. On real Git, repeat add, commit, and log in your practice tree or the add-commit-log example folder. When you are ready, take the short quiz, then continue to gitignore patterns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Graph, stage, commit (playground)</a:t>
            </a:r>
          </a:p>
          <a:p>
            <a:pPr algn="ctr">
              <a:lnSpc>
                <a:spcPts val="2200"/>
              </a:lnSpc>
              <a:spcBef>
                <a:spcPts val="1400"/>
              </a:spcBef>
            </a:pPr>
            <a:r>
              <a:rPr sz="2600" b="0">
                <a:solidFill>
                  <a:srgbClr val="333333"/>
                </a:solidFill>
                <a:latin typeface="Calibri"/>
              </a:rPr>
              <a:t>You already know the three places Git keeps your work: the working tree, the staging area, and the last commit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graph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History is a growing graph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Think of commits as beads on a string</a:t>
            </a:r>
          </a:p>
          <a:p>
            <a:pPr lvl="0" marL="457200" indent="-228600">
              <a:buFont typeface="Calibri"/>
              <a:spcAft>
                <a:spcPts val="1000"/>
              </a:spcAft>
              <a:buSzPct val="100000"/>
              <a:buChar char="•"/>
              <a:lnSpc>
                <a:spcPts val="2200"/>
              </a:lnSpc>
            </a:pPr>
            <a:r>
              <a:rPr sz="2000" b="0">
                <a:solidFill>
                  <a:srgbClr val="333333"/>
                </a:solidFill>
                <a:latin typeface="Calibri"/>
              </a:rPr>
              <a:t>The first commit has no parent; every later commit points at the one before it</a:t>
            </a:r>
          </a:p>
          <a:p>
            <a:pPr lvl="0" marL="457200" indent="-228600">
              <a:buFont typeface="Calibri"/>
              <a:spcAft>
                <a:spcPts val="1000"/>
              </a:spcAft>
              <a:buSzPct val="100000"/>
              <a:buChar char="•"/>
              <a:lnSpc>
                <a:spcPts val="2200"/>
              </a:lnSpc>
            </a:pPr>
            <a:r>
              <a:rPr sz="2000" b="0">
                <a:solidFill>
                  <a:srgbClr val="333333"/>
                </a:solidFill>
                <a:latin typeface="Calibri"/>
              </a:rPr>
              <a:t>Staging is still the gate: you add changes, then commit to create the next bead</a:t>
            </a:r>
          </a:p>
          <a:p>
            <a:pPr lvl="0" marL="457200" indent="-228600">
              <a:buFont typeface="Calibri"/>
              <a:spcAft>
                <a:spcPts val="1000"/>
              </a:spcAft>
              <a:buSzPct val="100000"/>
              <a:buChar char="•"/>
              <a:lnSpc>
                <a:spcPts val="2200"/>
              </a:lnSpc>
            </a:pPr>
            <a:r>
              <a:rPr sz="2000" b="0">
                <a:solidFill>
                  <a:srgbClr val="333333"/>
                </a:solidFill>
                <a:latin typeface="Calibri"/>
              </a:rPr>
              <a:t>The log is how you read that chain</a:t>
            </a:r>
          </a:p>
          <a:p>
            <a:pPr lvl="0" marL="457200" indent="-228600">
              <a:buFont typeface="Calibri"/>
              <a:spcAft>
                <a:spcPts val="1000"/>
              </a:spcAft>
              <a:buSzPct val="100000"/>
              <a:buChar char="•"/>
              <a:lnSpc>
                <a:spcPts val="2200"/>
              </a:lnSpc>
            </a:pPr>
            <a:r>
              <a:rPr sz="2000" b="0">
                <a:solidFill>
                  <a:srgbClr val="333333"/>
                </a:solidFill>
                <a:latin typeface="Calibri"/>
              </a:rPr>
              <a:t>Branching and merging add forks later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graph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3195301"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Git graph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graph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764543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add, commit, log</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graph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 notes.md — create a file in the working tree</a:t>
            </a:r>
          </a:p>
          <a:p>
            <a:pPr>
              <a:lnSpc>
                <a:spcPts val="2200"/>
              </a:lnSpc>
              <a:spcAft>
                <a:spcPts val="600"/>
              </a:spcAft>
            </a:pPr>
            <a:r>
              <a:rPr sz="2000" b="0">
                <a:solidFill>
                  <a:srgbClr val="333333"/>
                </a:solidFill>
                <a:latin typeface="Consolas"/>
              </a:rPr>
              <a:t>echo "first line" &gt;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add notes.md — stage the file for the next commit</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commit -m "…" — record the first snapshot</a:t>
            </a:r>
          </a:p>
          <a:p>
            <a:pPr>
              <a:lnSpc>
                <a:spcPts val="2200"/>
              </a:lnSpc>
              <a:spcAft>
                <a:spcPts val="600"/>
              </a:spcAft>
            </a:pPr>
            <a:r>
              <a:rPr sz="2000" b="0">
                <a:solidFill>
                  <a:srgbClr val="333333"/>
                </a:solidFill>
                <a:latin typeface="Consolas"/>
              </a:rPr>
              <a:t>git commit -m "Add notes"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&gt;&gt; notes.md — append another line (working tree changes)</a:t>
            </a:r>
          </a:p>
          <a:p>
            <a:pPr>
              <a:lnSpc>
                <a:spcPts val="2200"/>
              </a:lnSpc>
              <a:spcAft>
                <a:spcPts val="600"/>
              </a:spcAft>
            </a:pPr>
            <a:r>
              <a:rPr sz="2000" b="0">
                <a:solidFill>
                  <a:srgbClr val="333333"/>
                </a:solidFill>
                <a:latin typeface="Consolas"/>
              </a:rPr>
              <a:t>echo "second line" &gt;&gt;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add notes.md — stage the update</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commit -m "…" — record the second snapshot on top of the first</a:t>
            </a:r>
          </a:p>
          <a:p>
            <a:pPr>
              <a:lnSpc>
                <a:spcPts val="2200"/>
              </a:lnSpc>
              <a:spcAft>
                <a:spcPts val="600"/>
              </a:spcAft>
            </a:pPr>
            <a:r>
              <a:rPr sz="2000" b="0">
                <a:solidFill>
                  <a:srgbClr val="333333"/>
                </a:solidFill>
                <a:latin typeface="Consolas"/>
              </a:rPr>
              <a:t>git commit -m "Update notes"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log --oneline — one line per commit (newest first)</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graph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commit without staging first, an empty staging area means nothing new to record</a:t>
            </a:r>
          </a:p>
          <a:p>
            <a:pPr lvl="0" marL="457200" indent="-228600">
              <a:buFont typeface="Calibri"/>
              <a:spcAft>
                <a:spcPts val="1000"/>
              </a:spcAft>
              <a:buSzPct val="100000"/>
              <a:buChar char="•"/>
              <a:lnSpc>
                <a:spcPts val="2200"/>
              </a:lnSpc>
            </a:pPr>
            <a:r>
              <a:rPr sz="2000" b="0">
                <a:solidFill>
                  <a:srgbClr val="333333"/>
                </a:solidFill>
                <a:latin typeface="Calibri"/>
              </a:rPr>
              <a:t>Do not assume the graph updates when you only save in the editor</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graph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finish a few graph challenges</a:t>
            </a:r>
          </a:p>
          <a:p>
            <a:pPr lvl="0" marL="457200" indent="-228600">
              <a:buFont typeface="Calibri"/>
              <a:spcAft>
                <a:spcPts val="1000"/>
              </a:spcAft>
              <a:buSzPct val="100000"/>
              <a:buChar char="•"/>
              <a:lnSpc>
                <a:spcPts val="2200"/>
              </a:lnSpc>
            </a:pPr>
            <a:r>
              <a:rPr sz="2000" b="0">
                <a:solidFill>
                  <a:srgbClr val="333333"/>
                </a:solidFill>
                <a:latin typeface="Calibri"/>
              </a:rPr>
              <a:t>On real Git, repeat add, commit</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graph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