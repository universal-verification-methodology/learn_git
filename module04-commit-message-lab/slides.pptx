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commit is a snapshot; the message is how humans find it later. In coursework and delivery, a vague note like “fixed stuff” wastes everyone’s time. This module practices writing subjects and bodies that explain why a change happened—and how someone can verify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subject short, imperative, and about fifty characters or less—think “Add mul path to ALU,” not “Added files.” Put a blank line, then a body when the change needs context: why you did it, and how to check it—for example, which make target or testbench to run. The log becomes a readable story, not a pile of filenames.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card, the style-rules panel, and the compose box for subject and body. Load the starter example, try a weak message and a strong one, and watch the checks light up. Use Check when you think a challenge is done. You do not need a full tour here—the lab itself guides the rest. Explore a few challenges, then come back for the real Git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Git track, create a tiny practice repo, add a notes file, and commit it with a clear imperative subject. Make a second small edit, stage it, and commit again with a message that says what changed and why it matters. Then show a one-line log so you can read those subjects as a timeline. Prefer that habit over one-word messages you will not understand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end the subject with a period, and do not paste a whole diff into the subject line. Avoid past-tense “Added” when style calls for imperative “Add.” And remember: a perfect message on a concept lab still needs the same discipline in the real repo you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load the starter and rewrite a few weak messages until the checks pass. On real Git, make two small commits with subjects you would be willing to show a teammate. When you are ready, take the short quiz, then continue to the next module on git log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Commit messages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commit is a snapshot; the message is how humans find it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commit message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Subject first, why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Why you did it, and how to check it, for example, which make target or testbench to run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log becomes a readable story, not a pile of filenames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commit message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Commit message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commit message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Git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17712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commit with a clear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commit message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Git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init — create a new repository here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init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echo … &gt; notes.md — create a file in the working tree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echo "lab notes" &gt; notes.md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add notes.md — stage the new file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add notes.md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commit -m "…" — record with an imperative subject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commit -m "Add lab notes"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echo … &gt;&gt; notes.md — append a second line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echo "reset polarity fixed in TB" &gt;&gt; notes.md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add notes.md — stage the update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add notes.md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commit -m "…" — explain why in the subject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commit -m "Note TB reset polarity fix"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log --oneline — show short hash plus subject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commit message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end the subject with a period, and do not paste a whole diff into the subject 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Avoid past-tense “Added” when style calls for imperative “Add.” 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commit message 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load the starter and rewrite a few weak messages until the checks pass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real Git, make two small commits with subjects you would be willing to show a teammate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commit message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