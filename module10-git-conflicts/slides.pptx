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two branches edit the same lines, Git cannot pick a winner automatically. It stops the merge and marks the file with conflict markers. Your job is to read those markers, choose or combine the right content, then finish the merge with add and commit. This module practices that calm, step-by-step workflow.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for less-than signs marking HEAD—your current branch—and greater-than signs marking the incoming branch, with equals signs in between. Edit the file until the result is what you want and every marker is gone. Stage the fixed file, then commit to complete the merge. In RTL work, conflicts often mean two people touched the same module—coordinate when you can, resolve carefully when you cannot.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card, the conflicted file editor, and the ours versus theirs or manual resolve buttons. Load the starter example, pick a resolution strategy, and confirm the markers are gone. Use Check when you think a challenge is done. You do not need a full tour here—the lab itself guides the rest. Explore a few challenges, then come back for the real Git track.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Git track, seed a repo, make diverging edits to the same file on main and a feature branch, then merge and watch Git report a conflict. Open the file, replace the marked sections with the text you want, stage it, and commit the merge. Finally, show a one-line graph log so you can see the merge commit in history.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commit while conflict markers remain in the file. Do not panic-delete both sides—read what each branch changed. Pull and merge main into your feature branch early to shrink conflicts before review. And remember: the browser lab is for literacy—real team merges still need the same marker-free finish in a real repo.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clear a few conflict regions. On real Git, create a small conflict, resolve it, and commit the merge. When you are ready, take the short quiz, then continue to the next module on rebase versus merge.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Merge conflicts</a:t>
            </a:r>
          </a:p>
          <a:p>
            <a:pPr algn="ctr">
              <a:lnSpc>
                <a:spcPts val="2200"/>
              </a:lnSpc>
              <a:spcBef>
                <a:spcPts val="1400"/>
              </a:spcBef>
            </a:pPr>
            <a:r>
              <a:rPr sz="2600" b="0">
                <a:solidFill>
                  <a:srgbClr val="333333"/>
                </a:solidFill>
                <a:latin typeface="Calibri"/>
              </a:rPr>
              <a:t>When two branches edit the same lines, Git cannot pick a winner automatically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Read the markers, then resolve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Look for less-than signs marking HEAD, your current branch</a:t>
            </a:r>
          </a:p>
          <a:p>
            <a:pPr lvl="0" marL="457200" indent="-228600">
              <a:buFont typeface="Calibri"/>
              <a:spcAft>
                <a:spcPts val="1000"/>
              </a:spcAft>
              <a:buSzPct val="100000"/>
              <a:buChar char="•"/>
              <a:lnSpc>
                <a:spcPts val="2200"/>
              </a:lnSpc>
            </a:pPr>
            <a:r>
              <a:rPr sz="2000" b="0">
                <a:solidFill>
                  <a:srgbClr val="333333"/>
                </a:solidFill>
                <a:latin typeface="Calibri"/>
              </a:rPr>
              <a:t>Edit the file until the result is what you want and every marker is gone</a:t>
            </a:r>
          </a:p>
          <a:p>
            <a:pPr lvl="0" marL="457200" indent="-228600">
              <a:buFont typeface="Calibri"/>
              <a:spcAft>
                <a:spcPts val="1000"/>
              </a:spcAft>
              <a:buSzPct val="100000"/>
              <a:buChar char="•"/>
              <a:lnSpc>
                <a:spcPts val="2200"/>
              </a:lnSpc>
            </a:pPr>
            <a:r>
              <a:rPr sz="2000" b="0">
                <a:solidFill>
                  <a:srgbClr val="333333"/>
                </a:solidFill>
                <a:latin typeface="Calibri"/>
              </a:rPr>
              <a:t>Stage the fixed file, then commit to complete the merge</a:t>
            </a:r>
          </a:p>
          <a:p>
            <a:pPr lvl="0" marL="457200" indent="-228600">
              <a:buFont typeface="Calibri"/>
              <a:spcAft>
                <a:spcPts val="1000"/>
              </a:spcAft>
              <a:buSzPct val="100000"/>
              <a:buChar char="•"/>
              <a:lnSpc>
                <a:spcPts val="2200"/>
              </a:lnSpc>
            </a:pPr>
            <a:r>
              <a:rPr sz="2000" b="0">
                <a:solidFill>
                  <a:srgbClr val="333333"/>
                </a:solidFill>
                <a:latin typeface="Calibri"/>
              </a:rPr>
              <a:t>In RTL work, conflicts often mean two people touched the same module, coordinate when you</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Merge conflict resolver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a:t>
            </a:r>
          </a:p>
        </p:txBody>
      </p:sp>
      <p:pic>
        <p:nvPicPr>
          <p:cNvPr id="3" name="Picture 2" descr="real-shell.png"/>
          <p:cNvPicPr>
            <a:picLocks noChangeAspect="1"/>
          </p:cNvPicPr>
          <p:nvPr/>
        </p:nvPicPr>
        <p:blipFill>
          <a:blip r:embed="rId2"/>
          <a:stretch>
            <a:fillRect/>
          </a:stretch>
        </p:blipFill>
        <p:spPr>
          <a:xfrm>
            <a:off x="548640" y="1143000"/>
            <a:ext cx="3843130"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create, resolve, and commit a merge conflict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Git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git init — create a new repository here</a:t>
            </a:r>
          </a:p>
          <a:p>
            <a:pPr>
              <a:lnSpc>
                <a:spcPts val="2200"/>
              </a:lnSpc>
              <a:spcAft>
                <a:spcPts val="600"/>
              </a:spcAft>
            </a:pPr>
            <a:r>
              <a:rPr sz="2000" b="0">
                <a:solidFill>
                  <a:srgbClr val="333333"/>
                </a:solidFill>
                <a:latin typeface="Consolas"/>
              </a:rPr>
              <a:t>git init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echo … &gt; notes.md — shared starting content</a:t>
            </a:r>
          </a:p>
          <a:p>
            <a:pPr>
              <a:lnSpc>
                <a:spcPts val="2200"/>
              </a:lnSpc>
              <a:spcAft>
                <a:spcPts val="600"/>
              </a:spcAft>
            </a:pPr>
            <a:r>
              <a:rPr sz="2000" b="0">
                <a:solidFill>
                  <a:srgbClr val="333333"/>
                </a:solidFill>
                <a:latin typeface="Consolas"/>
              </a:rPr>
              <a:t>echo "shared"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"Initial"</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branch -M main</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-b feature/conflict-test — branch for a conflicting edit</a:t>
            </a:r>
          </a:p>
          <a:p>
            <a:pPr>
              <a:lnSpc>
                <a:spcPts val="2200"/>
              </a:lnSpc>
              <a:spcAft>
                <a:spcPts val="600"/>
              </a:spcAft>
            </a:pPr>
            <a:r>
              <a:rPr sz="2000" b="0">
                <a:solidFill>
                  <a:srgbClr val="333333"/>
                </a:solidFill>
                <a:latin typeface="Consolas"/>
              </a:rPr>
              <a:t>git checkout -b feature/conflict-test</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echo "Line from feature" &gt;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add notes.md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git commit -m "Change on feature"</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git checkout main — return and edit the same file differently</a:t>
            </a:r>
          </a:p>
          <a:p>
            <a:pPr>
              <a:lnSpc>
                <a:spcPts val="2200"/>
              </a:lnSpc>
              <a:spcAft>
                <a:spcPts val="600"/>
              </a:spcAft>
            </a:pPr>
            <a:r>
              <a:rPr sz="2000" b="0">
                <a:solidFill>
                  <a:srgbClr val="333333"/>
                </a:solidFill>
                <a:latin typeface="Consolas"/>
              </a:rPr>
              <a:t># ...</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commit while conflict markers remain in the file</a:t>
            </a:r>
          </a:p>
          <a:p>
            <a:pPr lvl="0" marL="457200" indent="-228600">
              <a:buFont typeface="Calibri"/>
              <a:spcAft>
                <a:spcPts val="1000"/>
              </a:spcAft>
              <a:buSzPct val="100000"/>
              <a:buChar char="•"/>
              <a:lnSpc>
                <a:spcPts val="2200"/>
              </a:lnSpc>
            </a:pPr>
            <a:r>
              <a:rPr sz="2000" b="0">
                <a:solidFill>
                  <a:srgbClr val="333333"/>
                </a:solidFill>
                <a:latin typeface="Calibri"/>
              </a:rPr>
              <a:t>Do not panic-delete both sides, read what each branch changed</a:t>
            </a:r>
          </a:p>
          <a:p>
            <a:pPr lvl="0" marL="457200" indent="-228600">
              <a:buFont typeface="Calibri"/>
              <a:spcAft>
                <a:spcPts val="1000"/>
              </a:spcAft>
              <a:buSzPct val="100000"/>
              <a:buChar char="•"/>
              <a:lnSpc>
                <a:spcPts val="2200"/>
              </a:lnSpc>
            </a:pPr>
            <a:r>
              <a:rPr sz="2000" b="0">
                <a:solidFill>
                  <a:srgbClr val="333333"/>
                </a:solidFill>
                <a:latin typeface="Calibri"/>
              </a:rPr>
              <a:t>Pull and merge main into your feature branch early to shrink conflicts before review</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clear a few conflict regions</a:t>
            </a:r>
          </a:p>
          <a:p>
            <a:pPr lvl="0" marL="457200" indent="-228600">
              <a:buFont typeface="Calibri"/>
              <a:spcAft>
                <a:spcPts val="1000"/>
              </a:spcAft>
              <a:buSzPct val="100000"/>
              <a:buChar char="•"/>
              <a:lnSpc>
                <a:spcPts val="2200"/>
              </a:lnSpc>
            </a:pPr>
            <a:r>
              <a:rPr sz="2000" b="0">
                <a:solidFill>
                  <a:srgbClr val="333333"/>
                </a:solidFill>
                <a:latin typeface="Calibri"/>
              </a:rPr>
              <a:t>On real Git, create a small conflict, resolve it, and commit the merge</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git conflicts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